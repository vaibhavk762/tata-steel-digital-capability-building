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575BD-E608-409D-A429-7B4CE6E6280B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D110D6-39C7-4890-A47D-0F43E8E1D1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02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3EDA-A0C2-4954-B639-14C54D36A7FD}" type="datetime1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4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1DF6E-161E-4B67-96B7-708785A544A3}" type="datetime1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776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BF451-5B9F-45BB-908D-548013320A21}" type="datetime1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096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70B10-3B6B-4879-A189-E2E1ECB81212}" type="datetime1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920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765DD-CBA6-4B76-A834-8B5F790BF79A}" type="datetime1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90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37C51-D7AA-4579-8CCE-72DBAF272A17}" type="datetime1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48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41D4D-F503-4699-9E55-D9E24022224E}" type="datetime1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53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019810-1CDD-45B0-8337-3D4CF9C0244D}" type="datetime1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D8BE77-E20D-420F-84E5-F4153599F6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42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1DA66-644F-4697-A3C5-DA93D153A2DB}" type="datetime1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311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68AD5-CE9F-4563-9419-3B2B7F003FFE}" type="datetime1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46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36B76-78C3-46FB-AF8A-C74E1AB79672}" type="datetime1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023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8DF8F01-7F89-4130-85DE-BCFEC5DAFF5C}" type="datetime1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CD8BE77-E20D-420F-84E5-F4153599F68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967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aibhavK762/L-D-agent-demo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57B8253-DB18-2E51-BA2D-76F0C52BF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Agents for Digital Capability Building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Tata Steel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4D8E1-7274-A24B-4C6A-B135DF570ED7}"/>
              </a:ext>
            </a:extLst>
          </p:cNvPr>
          <p:cNvSpPr txBox="1"/>
          <p:nvPr/>
        </p:nvSpPr>
        <p:spPr>
          <a:xfrm>
            <a:off x="3009654" y="4325112"/>
            <a:ext cx="6233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WEEK-3</a:t>
            </a:r>
          </a:p>
          <a:p>
            <a:pPr algn="ctr"/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AI Core (Agentic + Practical Integration)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B0B60-A773-E30E-C202-09626A700A6B}"/>
              </a:ext>
            </a:extLst>
          </p:cNvPr>
          <p:cNvSpPr txBox="1"/>
          <p:nvPr/>
        </p:nvSpPr>
        <p:spPr>
          <a:xfrm>
            <a:off x="3891076" y="515354"/>
            <a:ext cx="4254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SUMMER INTERNSHIP - 2026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D4ECB5-B45B-1268-DC49-FCE3318F2718}"/>
              </a:ext>
            </a:extLst>
          </p:cNvPr>
          <p:cNvSpPr txBox="1"/>
          <p:nvPr/>
        </p:nvSpPr>
        <p:spPr>
          <a:xfrm>
            <a:off x="323520" y="5735637"/>
            <a:ext cx="3033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Vaibhav Kumar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429545-746A-E320-92DD-8CFC0D0E0123}"/>
              </a:ext>
            </a:extLst>
          </p:cNvPr>
          <p:cNvSpPr txBox="1"/>
          <p:nvPr/>
        </p:nvSpPr>
        <p:spPr>
          <a:xfrm>
            <a:off x="4807096" y="5273972"/>
            <a:ext cx="2422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Abhinav Anish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342C92-A863-FF5A-BD38-FE2E5933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097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4F5926-FEC3-C3F7-84B9-9468C3547ADE}"/>
              </a:ext>
            </a:extLst>
          </p:cNvPr>
          <p:cNvSpPr txBox="1"/>
          <p:nvPr/>
        </p:nvSpPr>
        <p:spPr>
          <a:xfrm>
            <a:off x="403122" y="1327354"/>
            <a:ext cx="216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Agentic AI?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49D63B-C329-BBF2-41CD-88618892A83C}"/>
              </a:ext>
            </a:extLst>
          </p:cNvPr>
          <p:cNvSpPr txBox="1"/>
          <p:nvPr/>
        </p:nvSpPr>
        <p:spPr>
          <a:xfrm>
            <a:off x="403122" y="450586"/>
            <a:ext cx="10542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basic AI agent capable of answering Learning &amp; Development queries using organizational knowledge.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843C3-E6A2-5311-9365-8B61F2F7EC8A}"/>
              </a:ext>
            </a:extLst>
          </p:cNvPr>
          <p:cNvSpPr txBox="1"/>
          <p:nvPr/>
        </p:nvSpPr>
        <p:spPr>
          <a:xfrm>
            <a:off x="403122" y="1927123"/>
            <a:ext cx="75089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Traditional chatbots the response it fetched by using a LLM layer in between the user query and response generated.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the model cannot answer company related queries as it’s not trained on the company specific data.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only uses model knowledge used during training.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8D7FE-13BA-91A5-2C89-3416282B6E61}"/>
              </a:ext>
            </a:extLst>
          </p:cNvPr>
          <p:cNvSpPr txBox="1"/>
          <p:nvPr/>
        </p:nvSpPr>
        <p:spPr>
          <a:xfrm>
            <a:off x="406400" y="4188885"/>
            <a:ext cx="11379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in Agentic AI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submits a query.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analyses the query and decides which tool or knowledge source is required.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relevant information is retrieved from company documents, databases, or other tools.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retrieved information is provided to the LLM as context.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LLM generates a response grounded in company-specific data.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B4139-0A02-1669-B300-1C72452D1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454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6AD490-A7A0-2F1B-07C3-103A17DB401C}"/>
              </a:ext>
            </a:extLst>
          </p:cNvPr>
          <p:cNvSpPr txBox="1"/>
          <p:nvPr/>
        </p:nvSpPr>
        <p:spPr>
          <a:xfrm>
            <a:off x="4781550" y="39198"/>
            <a:ext cx="2365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Demo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D6F5CA-12D2-A29B-8E54-05F08A064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13" y="129670"/>
            <a:ext cx="3781122" cy="6205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273BF4-9075-BD60-29E3-4CF3D98FF822}"/>
              </a:ext>
            </a:extLst>
          </p:cNvPr>
          <p:cNvSpPr txBox="1"/>
          <p:nvPr/>
        </p:nvSpPr>
        <p:spPr>
          <a:xfrm>
            <a:off x="3955335" y="549992"/>
            <a:ext cx="823666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How It Works:</a:t>
            </a:r>
          </a:p>
          <a:p>
            <a:r>
              <a:rPr lang="en-IN" b="1" dirty="0"/>
              <a:t>User submits a query: </a:t>
            </a:r>
            <a:r>
              <a:rPr lang="en-IN" dirty="0"/>
              <a:t>Example: </a:t>
            </a:r>
            <a:r>
              <a:rPr lang="en-IN" i="1" dirty="0"/>
              <a:t>"What happens during the first 90 days?"</a:t>
            </a:r>
            <a:r>
              <a:rPr lang="en-IN" dirty="0"/>
              <a:t> </a:t>
            </a:r>
          </a:p>
          <a:p>
            <a:r>
              <a:rPr lang="en-IN" b="1" dirty="0"/>
              <a:t>AI Agent analyses the query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The query is converted to lowercase. </a:t>
            </a:r>
          </a:p>
          <a:p>
            <a:pPr lvl="1"/>
            <a:r>
              <a:rPr lang="en-IN" dirty="0"/>
              <a:t>The agent checks for keywords and phrases. </a:t>
            </a:r>
          </a:p>
          <a:p>
            <a:r>
              <a:rPr lang="en-IN" b="1" dirty="0"/>
              <a:t>Tool Selection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If the query contains keywords like:</a:t>
            </a:r>
          </a:p>
          <a:p>
            <a:pPr lvl="2"/>
            <a:r>
              <a:rPr lang="en-IN" dirty="0"/>
              <a:t>skills ,data analyst ,software engineer ,ai engineer </a:t>
            </a:r>
          </a:p>
          <a:p>
            <a:pPr lvl="1"/>
            <a:r>
              <a:rPr lang="en-IN" dirty="0"/>
              <a:t>→ Agent selects </a:t>
            </a:r>
            <a:r>
              <a:rPr lang="en-IN" b="1" dirty="0"/>
              <a:t>Skills Database Tool</a:t>
            </a:r>
            <a:endParaRPr lang="en-IN" dirty="0"/>
          </a:p>
          <a:p>
            <a:pPr lvl="1"/>
            <a:r>
              <a:rPr lang="en-IN" dirty="0"/>
              <a:t>If the query contains keywords like:</a:t>
            </a:r>
          </a:p>
          <a:p>
            <a:pPr lvl="2"/>
            <a:r>
              <a:rPr lang="en-IN" dirty="0"/>
              <a:t>onboarding ,salary ,benefits ,leave ,training ,90 days </a:t>
            </a:r>
          </a:p>
          <a:p>
            <a:pPr lvl="1"/>
            <a:r>
              <a:rPr lang="en-IN" dirty="0"/>
              <a:t>→ Agent selects </a:t>
            </a:r>
            <a:r>
              <a:rPr lang="en-IN" b="1" dirty="0"/>
              <a:t>Onboarding Document Tool</a:t>
            </a:r>
            <a:endParaRPr lang="en-IN" dirty="0"/>
          </a:p>
          <a:p>
            <a:r>
              <a:rPr lang="en-IN" b="1" dirty="0"/>
              <a:t>Information Retrieval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Selected tool fetches relevant information from the CSV or onboarding document. </a:t>
            </a:r>
          </a:p>
          <a:p>
            <a:r>
              <a:rPr lang="en-IN" b="1" dirty="0"/>
              <a:t>Context Generation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Retrieved information is combined with the user's question. </a:t>
            </a:r>
          </a:p>
          <a:p>
            <a:r>
              <a:rPr lang="en-IN" b="1" dirty="0"/>
              <a:t>LLM Processing</a:t>
            </a:r>
            <a:r>
              <a:rPr lang="en-IN" dirty="0"/>
              <a:t> </a:t>
            </a:r>
          </a:p>
          <a:p>
            <a:pPr lvl="1"/>
            <a:r>
              <a:rPr lang="en-IN" dirty="0" err="1"/>
              <a:t>Groq</a:t>
            </a:r>
            <a:r>
              <a:rPr lang="en-IN" dirty="0"/>
              <a:t> LLM uses the retrieved context to generate a relevant response. </a:t>
            </a:r>
          </a:p>
          <a:p>
            <a:r>
              <a:rPr lang="en-IN" b="1" dirty="0"/>
              <a:t>Response Returned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Final answer is displayed to the user.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A6516-1D01-7B39-22BB-89D6DB5AE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253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250799-12E6-51B2-6013-920B3C659F61}"/>
              </a:ext>
            </a:extLst>
          </p:cNvPr>
          <p:cNvSpPr txBox="1"/>
          <p:nvPr/>
        </p:nvSpPr>
        <p:spPr>
          <a:xfrm>
            <a:off x="4463845" y="98322"/>
            <a:ext cx="2461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Screenshot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7D327-5B5F-F1F4-59BB-E679B6590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42" y="559987"/>
            <a:ext cx="10795820" cy="57101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5A477-26EB-551A-26EA-9ED46DD24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68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7A3166-16AB-4832-3289-0DFB50C589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87" y="257391"/>
            <a:ext cx="11041626" cy="585166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77816-BF34-1E21-EC52-B0C09142A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28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06AA86-4958-E00A-7A4F-E554C580A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26" y="716137"/>
            <a:ext cx="11611897" cy="542572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86C78-7996-B32C-4125-983AE792F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128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790F21-CD6A-6F5F-A184-2888F84F818D}"/>
              </a:ext>
            </a:extLst>
          </p:cNvPr>
          <p:cNvSpPr txBox="1"/>
          <p:nvPr/>
        </p:nvSpPr>
        <p:spPr>
          <a:xfrm>
            <a:off x="5259072" y="147484"/>
            <a:ext cx="1673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EDCDF1-C16F-D5A5-37BB-16B3A8A16160}"/>
              </a:ext>
            </a:extLst>
          </p:cNvPr>
          <p:cNvSpPr txBox="1"/>
          <p:nvPr/>
        </p:nvSpPr>
        <p:spPr>
          <a:xfrm>
            <a:off x="717755" y="943897"/>
            <a:ext cx="109433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There is a keyword dependency in this architecture:</a:t>
            </a:r>
          </a:p>
          <a:p>
            <a:r>
              <a:rPr lang="en-IN" dirty="0"/>
              <a:t>Eg: When </a:t>
            </a:r>
            <a:r>
              <a:rPr lang="en-IN" dirty="0" err="1"/>
              <a:t>eill</a:t>
            </a:r>
            <a:r>
              <a:rPr lang="en-IN" dirty="0"/>
              <a:t> I get my first salary will be answered as “salary” will match.</a:t>
            </a:r>
          </a:p>
          <a:p>
            <a:r>
              <a:rPr lang="en-IN" dirty="0"/>
              <a:t>       When will I get paid first – this will fall back and make the default LLM run and give a general answer.</a:t>
            </a:r>
          </a:p>
          <a:p>
            <a:endParaRPr lang="en-IN" dirty="0"/>
          </a:p>
          <a:p>
            <a:r>
              <a:rPr lang="en-IN" dirty="0"/>
              <a:t>This results in poor scalability and limits the user to suing very specific words which is very unlikely.</a:t>
            </a:r>
          </a:p>
          <a:p>
            <a:endParaRPr lang="en-IN" dirty="0"/>
          </a:p>
          <a:p>
            <a:r>
              <a:rPr lang="en-IN" dirty="0"/>
              <a:t>The fix:</a:t>
            </a:r>
          </a:p>
          <a:p>
            <a:r>
              <a:rPr lang="en-IN" dirty="0"/>
              <a:t>Replace keyword matching with an LLM-based router or semantic similarity-based tool selection for better scalability and accuracy.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87C6C6-744A-4F78-3FE6-ED5F1879FF21}"/>
              </a:ext>
            </a:extLst>
          </p:cNvPr>
          <p:cNvSpPr txBox="1"/>
          <p:nvPr/>
        </p:nvSpPr>
        <p:spPr>
          <a:xfrm>
            <a:off x="717755" y="4975123"/>
            <a:ext cx="1037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GitHub Link:-</a:t>
            </a:r>
            <a:r>
              <a:rPr lang="en-IN" i="1" u="sng" dirty="0">
                <a:hlinkClick r:id="rId2"/>
              </a:rPr>
              <a:t>https://github.com/VaibhavK762/L-D-agent-demo</a:t>
            </a:r>
            <a:endParaRPr lang="en-IN" i="1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C42FB-547D-156E-DAD5-9AAC485D0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8BE77-E20D-420F-84E5-F4153599F68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96287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355</TotalTime>
  <Words>428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Times New Roman</vt:lpstr>
      <vt:lpstr>Retrospect</vt:lpstr>
      <vt:lpstr>AI Agents for Digital Capability Building in Tata Steel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Kumar</dc:creator>
  <cp:lastModifiedBy>Vaibhav Kumar</cp:lastModifiedBy>
  <cp:revision>3</cp:revision>
  <dcterms:created xsi:type="dcterms:W3CDTF">2026-06-18T14:50:52Z</dcterms:created>
  <dcterms:modified xsi:type="dcterms:W3CDTF">2026-06-20T09:22:52Z</dcterms:modified>
</cp:coreProperties>
</file>