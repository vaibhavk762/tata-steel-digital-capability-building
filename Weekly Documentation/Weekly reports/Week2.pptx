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6" r:id="rId8"/>
    <p:sldId id="261" r:id="rId9"/>
    <p:sldId id="262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EA067-7BF8-4D42-9037-0DFA39F7F0B7}" v="45" dt="2026-06-18T12:06:40.0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Kumar" userId="7bfd00c82aba1b0a" providerId="LiveId" clId="{2F8969E9-B1F0-49FC-99B5-D37EFD467C9B}"/>
    <pc:docChg chg="undo custSel addSld delSld modSld">
      <pc:chgData name="Vaibhav Kumar" userId="7bfd00c82aba1b0a" providerId="LiveId" clId="{2F8969E9-B1F0-49FC-99B5-D37EFD467C9B}" dt="2026-06-18T12:06:36.918" v="1800" actId="1076"/>
      <pc:docMkLst>
        <pc:docMk/>
      </pc:docMkLst>
      <pc:sldChg chg="modSp mod">
        <pc:chgData name="Vaibhav Kumar" userId="7bfd00c82aba1b0a" providerId="LiveId" clId="{2F8969E9-B1F0-49FC-99B5-D37EFD467C9B}" dt="2026-06-18T11:10:55.314" v="482" actId="2711"/>
        <pc:sldMkLst>
          <pc:docMk/>
          <pc:sldMk cId="535013527" sldId="257"/>
        </pc:sldMkLst>
        <pc:spChg chg="mod">
          <ac:chgData name="Vaibhav Kumar" userId="7bfd00c82aba1b0a" providerId="LiveId" clId="{2F8969E9-B1F0-49FC-99B5-D37EFD467C9B}" dt="2026-06-18T11:10:55.314" v="482" actId="2711"/>
          <ac:spMkLst>
            <pc:docMk/>
            <pc:sldMk cId="535013527" sldId="257"/>
            <ac:spMk id="2" creationId="{1CFF44C3-A0FD-425D-DB36-7910B7B7B715}"/>
          </ac:spMkLst>
        </pc:spChg>
      </pc:sldChg>
      <pc:sldChg chg="modSp mod">
        <pc:chgData name="Vaibhav Kumar" userId="7bfd00c82aba1b0a" providerId="LiveId" clId="{2F8969E9-B1F0-49FC-99B5-D37EFD467C9B}" dt="2026-06-18T11:15:37.956" v="583" actId="113"/>
        <pc:sldMkLst>
          <pc:docMk/>
          <pc:sldMk cId="2102970975" sldId="258"/>
        </pc:sldMkLst>
        <pc:graphicFrameChg chg="modGraphic">
          <ac:chgData name="Vaibhav Kumar" userId="7bfd00c82aba1b0a" providerId="LiveId" clId="{2F8969E9-B1F0-49FC-99B5-D37EFD467C9B}" dt="2026-06-18T11:15:37.956" v="583" actId="113"/>
          <ac:graphicFrameMkLst>
            <pc:docMk/>
            <pc:sldMk cId="2102970975" sldId="258"/>
            <ac:graphicFrameMk id="7" creationId="{5AA83265-D2C3-0F0A-4365-43FA9C742642}"/>
          </ac:graphicFrameMkLst>
        </pc:graphicFrameChg>
      </pc:sldChg>
      <pc:sldChg chg="modSp mod">
        <pc:chgData name="Vaibhav Kumar" userId="7bfd00c82aba1b0a" providerId="LiveId" clId="{2F8969E9-B1F0-49FC-99B5-D37EFD467C9B}" dt="2026-06-18T10:39:29.478" v="14" actId="1076"/>
        <pc:sldMkLst>
          <pc:docMk/>
          <pc:sldMk cId="1278270918" sldId="259"/>
        </pc:sldMkLst>
        <pc:spChg chg="mod">
          <ac:chgData name="Vaibhav Kumar" userId="7bfd00c82aba1b0a" providerId="LiveId" clId="{2F8969E9-B1F0-49FC-99B5-D37EFD467C9B}" dt="2026-06-18T10:39:18.201" v="11" actId="208"/>
          <ac:spMkLst>
            <pc:docMk/>
            <pc:sldMk cId="1278270918" sldId="259"/>
            <ac:spMk id="7" creationId="{76841516-17E2-BE3A-5875-43FEA3B24D08}"/>
          </ac:spMkLst>
        </pc:spChg>
        <pc:spChg chg="mod">
          <ac:chgData name="Vaibhav Kumar" userId="7bfd00c82aba1b0a" providerId="LiveId" clId="{2F8969E9-B1F0-49FC-99B5-D37EFD467C9B}" dt="2026-06-18T10:39:29.478" v="14" actId="1076"/>
          <ac:spMkLst>
            <pc:docMk/>
            <pc:sldMk cId="1278270918" sldId="259"/>
            <ac:spMk id="8" creationId="{07CF4B3A-1509-760A-8395-AD8B8045B86E}"/>
          </ac:spMkLst>
        </pc:spChg>
      </pc:sldChg>
      <pc:sldChg chg="addSp modSp mod">
        <pc:chgData name="Vaibhav Kumar" userId="7bfd00c82aba1b0a" providerId="LiveId" clId="{2F8969E9-B1F0-49FC-99B5-D37EFD467C9B}" dt="2026-06-18T12:05:52.326" v="1764" actId="1076"/>
        <pc:sldMkLst>
          <pc:docMk/>
          <pc:sldMk cId="3916065409" sldId="260"/>
        </pc:sldMkLst>
        <pc:spChg chg="mod">
          <ac:chgData name="Vaibhav Kumar" userId="7bfd00c82aba1b0a" providerId="LiveId" clId="{2F8969E9-B1F0-49FC-99B5-D37EFD467C9B}" dt="2026-06-18T11:01:25.897" v="397" actId="20577"/>
          <ac:spMkLst>
            <pc:docMk/>
            <pc:sldMk cId="3916065409" sldId="260"/>
            <ac:spMk id="2" creationId="{0C6D0747-AF70-9BB0-70B3-616BC3FC4803}"/>
          </ac:spMkLst>
        </pc:spChg>
        <pc:spChg chg="add mod">
          <ac:chgData name="Vaibhav Kumar" userId="7bfd00c82aba1b0a" providerId="LiveId" clId="{2F8969E9-B1F0-49FC-99B5-D37EFD467C9B}" dt="2026-06-18T12:05:52.326" v="1764" actId="1076"/>
          <ac:spMkLst>
            <pc:docMk/>
            <pc:sldMk cId="3916065409" sldId="260"/>
            <ac:spMk id="3" creationId="{27B915B9-296A-FE43-CB86-0141418B96E5}"/>
          </ac:spMkLst>
        </pc:spChg>
        <pc:spChg chg="add mod">
          <ac:chgData name="Vaibhav Kumar" userId="7bfd00c82aba1b0a" providerId="LiveId" clId="{2F8969E9-B1F0-49FC-99B5-D37EFD467C9B}" dt="2026-06-18T11:01:18.597" v="388" actId="113"/>
          <ac:spMkLst>
            <pc:docMk/>
            <pc:sldMk cId="3916065409" sldId="260"/>
            <ac:spMk id="4" creationId="{292B6289-37BB-A096-020C-2BC557484389}"/>
          </ac:spMkLst>
        </pc:spChg>
        <pc:spChg chg="add mod">
          <ac:chgData name="Vaibhav Kumar" userId="7bfd00c82aba1b0a" providerId="LiveId" clId="{2F8969E9-B1F0-49FC-99B5-D37EFD467C9B}" dt="2026-06-18T11:01:20.759" v="389" actId="113"/>
          <ac:spMkLst>
            <pc:docMk/>
            <pc:sldMk cId="3916065409" sldId="260"/>
            <ac:spMk id="5" creationId="{9FD1E04C-9FC2-C6CE-365E-B608071D3BDE}"/>
          </ac:spMkLst>
        </pc:spChg>
        <pc:picChg chg="add mod">
          <ac:chgData name="Vaibhav Kumar" userId="7bfd00c82aba1b0a" providerId="LiveId" clId="{2F8969E9-B1F0-49FC-99B5-D37EFD467C9B}" dt="2026-06-18T10:58:53.325" v="373" actId="1076"/>
          <ac:picMkLst>
            <pc:docMk/>
            <pc:sldMk cId="3916065409" sldId="260"/>
            <ac:picMk id="7" creationId="{5A5FC0F4-3B2E-1E5B-C135-CC895A9BBB86}"/>
          </ac:picMkLst>
        </pc:picChg>
      </pc:sldChg>
      <pc:sldChg chg="addSp modSp mod">
        <pc:chgData name="Vaibhav Kumar" userId="7bfd00c82aba1b0a" providerId="LiveId" clId="{2F8969E9-B1F0-49FC-99B5-D37EFD467C9B}" dt="2026-06-18T12:05:43.879" v="1761" actId="404"/>
        <pc:sldMkLst>
          <pc:docMk/>
          <pc:sldMk cId="770672261" sldId="261"/>
        </pc:sldMkLst>
        <pc:spChg chg="mod">
          <ac:chgData name="Vaibhav Kumar" userId="7bfd00c82aba1b0a" providerId="LiveId" clId="{2F8969E9-B1F0-49FC-99B5-D37EFD467C9B}" dt="2026-06-18T10:59:29.862" v="385" actId="14100"/>
          <ac:spMkLst>
            <pc:docMk/>
            <pc:sldMk cId="770672261" sldId="261"/>
            <ac:spMk id="2" creationId="{28A16BF6-938C-C555-B93F-725E433E2C81}"/>
          </ac:spMkLst>
        </pc:spChg>
        <pc:spChg chg="add mod">
          <ac:chgData name="Vaibhav Kumar" userId="7bfd00c82aba1b0a" providerId="LiveId" clId="{2F8969E9-B1F0-49FC-99B5-D37EFD467C9B}" dt="2026-06-18T12:05:43.879" v="1761" actId="404"/>
          <ac:spMkLst>
            <pc:docMk/>
            <pc:sldMk cId="770672261" sldId="261"/>
            <ac:spMk id="3" creationId="{FBA22C42-EB26-BE2D-81DF-AC3D6ED4F9AF}"/>
          </ac:spMkLst>
        </pc:spChg>
        <pc:picChg chg="add mod">
          <ac:chgData name="Vaibhav Kumar" userId="7bfd00c82aba1b0a" providerId="LiveId" clId="{2F8969E9-B1F0-49FC-99B5-D37EFD467C9B}" dt="2026-06-18T10:59:15.351" v="381" actId="1076"/>
          <ac:picMkLst>
            <pc:docMk/>
            <pc:sldMk cId="770672261" sldId="261"/>
            <ac:picMk id="5" creationId="{7B7AA290-BCA2-069E-2F4F-226BC4538C35}"/>
          </ac:picMkLst>
        </pc:picChg>
      </pc:sldChg>
      <pc:sldChg chg="addSp delSp modSp mod">
        <pc:chgData name="Vaibhav Kumar" userId="7bfd00c82aba1b0a" providerId="LiveId" clId="{2F8969E9-B1F0-49FC-99B5-D37EFD467C9B}" dt="2026-06-18T11:02:05.419" v="401" actId="20577"/>
        <pc:sldMkLst>
          <pc:docMk/>
          <pc:sldMk cId="3635717721" sldId="262"/>
        </pc:sldMkLst>
        <pc:spChg chg="del">
          <ac:chgData name="Vaibhav Kumar" userId="7bfd00c82aba1b0a" providerId="LiveId" clId="{2F8969E9-B1F0-49FC-99B5-D37EFD467C9B}" dt="2026-06-18T10:45:43.964" v="64" actId="21"/>
          <ac:spMkLst>
            <pc:docMk/>
            <pc:sldMk cId="3635717721" sldId="262"/>
            <ac:spMk id="2" creationId="{9639ECD2-47CD-59A4-CC2C-C3F4548C3497}"/>
          </ac:spMkLst>
        </pc:spChg>
        <pc:spChg chg="add mod">
          <ac:chgData name="Vaibhav Kumar" userId="7bfd00c82aba1b0a" providerId="LiveId" clId="{2F8969E9-B1F0-49FC-99B5-D37EFD467C9B}" dt="2026-06-18T10:57:07.269" v="324" actId="20577"/>
          <ac:spMkLst>
            <pc:docMk/>
            <pc:sldMk cId="3635717721" sldId="262"/>
            <ac:spMk id="3" creationId="{B3FEC1E7-B8E8-10F5-CB55-B761056546AF}"/>
          </ac:spMkLst>
        </pc:spChg>
        <pc:spChg chg="add mod">
          <ac:chgData name="Vaibhav Kumar" userId="7bfd00c82aba1b0a" providerId="LiveId" clId="{2F8969E9-B1F0-49FC-99B5-D37EFD467C9B}" dt="2026-06-18T11:02:05.419" v="401" actId="20577"/>
          <ac:spMkLst>
            <pc:docMk/>
            <pc:sldMk cId="3635717721" sldId="262"/>
            <ac:spMk id="4" creationId="{C32DF37F-F884-B908-17E7-ECEFC990B14E}"/>
          </ac:spMkLst>
        </pc:spChg>
      </pc:sldChg>
      <pc:sldChg chg="delSp del mod">
        <pc:chgData name="Vaibhav Kumar" userId="7bfd00c82aba1b0a" providerId="LiveId" clId="{2F8969E9-B1F0-49FC-99B5-D37EFD467C9B}" dt="2026-06-18T10:58:18.100" v="365" actId="2696"/>
        <pc:sldMkLst>
          <pc:docMk/>
          <pc:sldMk cId="3298977898" sldId="263"/>
        </pc:sldMkLst>
        <pc:spChg chg="del">
          <ac:chgData name="Vaibhav Kumar" userId="7bfd00c82aba1b0a" providerId="LiveId" clId="{2F8969E9-B1F0-49FC-99B5-D37EFD467C9B}" dt="2026-06-18T10:57:13.379" v="325" actId="21"/>
          <ac:spMkLst>
            <pc:docMk/>
            <pc:sldMk cId="3298977898" sldId="263"/>
            <ac:spMk id="2" creationId="{C32DF37F-F884-B908-17E7-ECEFC990B14E}"/>
          </ac:spMkLst>
        </pc:spChg>
      </pc:sldChg>
      <pc:sldChg chg="addSp delSp modSp mod">
        <pc:chgData name="Vaibhav Kumar" userId="7bfd00c82aba1b0a" providerId="LiveId" clId="{2F8969E9-B1F0-49FC-99B5-D37EFD467C9B}" dt="2026-06-18T12:06:36.918" v="1800" actId="1076"/>
        <pc:sldMkLst>
          <pc:docMk/>
          <pc:sldMk cId="601288366" sldId="264"/>
        </pc:sldMkLst>
        <pc:spChg chg="mod">
          <ac:chgData name="Vaibhav Kumar" userId="7bfd00c82aba1b0a" providerId="LiveId" clId="{2F8969E9-B1F0-49FC-99B5-D37EFD467C9B}" dt="2026-06-18T12:05:19.834" v="1754" actId="115"/>
          <ac:spMkLst>
            <pc:docMk/>
            <pc:sldMk cId="601288366" sldId="264"/>
            <ac:spMk id="2" creationId="{DF71B868-E0CD-3E78-9E18-DA8F86D82943}"/>
          </ac:spMkLst>
        </pc:spChg>
        <pc:spChg chg="add del mod">
          <ac:chgData name="Vaibhav Kumar" userId="7bfd00c82aba1b0a" providerId="LiveId" clId="{2F8969E9-B1F0-49FC-99B5-D37EFD467C9B}" dt="2026-06-18T11:16:41.106" v="586"/>
          <ac:spMkLst>
            <pc:docMk/>
            <pc:sldMk cId="601288366" sldId="264"/>
            <ac:spMk id="3" creationId="{A6C316DA-B25C-43D2-0E10-C4F18A817297}"/>
          </ac:spMkLst>
        </pc:spChg>
        <pc:spChg chg="add mod">
          <ac:chgData name="Vaibhav Kumar" userId="7bfd00c82aba1b0a" providerId="LiveId" clId="{2F8969E9-B1F0-49FC-99B5-D37EFD467C9B}" dt="2026-06-18T12:04:01.634" v="1738" actId="2711"/>
          <ac:spMkLst>
            <pc:docMk/>
            <pc:sldMk cId="601288366" sldId="264"/>
            <ac:spMk id="4" creationId="{192C268B-5885-3A47-126C-4C3136045CA7}"/>
          </ac:spMkLst>
        </pc:spChg>
        <pc:spChg chg="add mod">
          <ac:chgData name="Vaibhav Kumar" userId="7bfd00c82aba1b0a" providerId="LiveId" clId="{2F8969E9-B1F0-49FC-99B5-D37EFD467C9B}" dt="2026-06-18T12:04:22.573" v="1742" actId="20577"/>
          <ac:spMkLst>
            <pc:docMk/>
            <pc:sldMk cId="601288366" sldId="264"/>
            <ac:spMk id="5" creationId="{40BD867A-DC41-69D6-A675-2E831D05E8BD}"/>
          </ac:spMkLst>
        </pc:spChg>
        <pc:spChg chg="add mod">
          <ac:chgData name="Vaibhav Kumar" userId="7bfd00c82aba1b0a" providerId="LiveId" clId="{2F8969E9-B1F0-49FC-99B5-D37EFD467C9B}" dt="2026-06-18T12:04:04.950" v="1739" actId="1076"/>
          <ac:spMkLst>
            <pc:docMk/>
            <pc:sldMk cId="601288366" sldId="264"/>
            <ac:spMk id="6" creationId="{CCA55338-5F61-676C-8C06-B367A06EA33A}"/>
          </ac:spMkLst>
        </pc:spChg>
        <pc:spChg chg="add mod">
          <ac:chgData name="Vaibhav Kumar" userId="7bfd00c82aba1b0a" providerId="LiveId" clId="{2F8969E9-B1F0-49FC-99B5-D37EFD467C9B}" dt="2026-06-18T12:04:01.634" v="1738" actId="2711"/>
          <ac:spMkLst>
            <pc:docMk/>
            <pc:sldMk cId="601288366" sldId="264"/>
            <ac:spMk id="7" creationId="{48E60D78-1366-97E8-A614-E3A75C82B680}"/>
          </ac:spMkLst>
        </pc:spChg>
        <pc:spChg chg="add mod">
          <ac:chgData name="Vaibhav Kumar" userId="7bfd00c82aba1b0a" providerId="LiveId" clId="{2F8969E9-B1F0-49FC-99B5-D37EFD467C9B}" dt="2026-06-18T12:04:01.634" v="1738" actId="2711"/>
          <ac:spMkLst>
            <pc:docMk/>
            <pc:sldMk cId="601288366" sldId="264"/>
            <ac:spMk id="8" creationId="{85A78F59-AA22-AF1A-D046-8DFA53CF35B0}"/>
          </ac:spMkLst>
        </pc:spChg>
        <pc:spChg chg="add mod">
          <ac:chgData name="Vaibhav Kumar" userId="7bfd00c82aba1b0a" providerId="LiveId" clId="{2F8969E9-B1F0-49FC-99B5-D37EFD467C9B}" dt="2026-06-18T12:06:36.918" v="1800" actId="1076"/>
          <ac:spMkLst>
            <pc:docMk/>
            <pc:sldMk cId="601288366" sldId="264"/>
            <ac:spMk id="9" creationId="{F0A876AB-CF9F-7C27-F52B-C46A2E541CAC}"/>
          </ac:spMkLst>
        </pc:spChg>
      </pc:sldChg>
      <pc:sldChg chg="addSp delSp modSp mod">
        <pc:chgData name="Vaibhav Kumar" userId="7bfd00c82aba1b0a" providerId="LiveId" clId="{2F8969E9-B1F0-49FC-99B5-D37EFD467C9B}" dt="2026-06-18T11:14:09.738" v="562" actId="20577"/>
        <pc:sldMkLst>
          <pc:docMk/>
          <pc:sldMk cId="1054133891" sldId="265"/>
        </pc:sldMkLst>
        <pc:spChg chg="mod">
          <ac:chgData name="Vaibhav Kumar" userId="7bfd00c82aba1b0a" providerId="LiveId" clId="{2F8969E9-B1F0-49FC-99B5-D37EFD467C9B}" dt="2026-06-18T11:13:40.909" v="542" actId="115"/>
          <ac:spMkLst>
            <pc:docMk/>
            <pc:sldMk cId="1054133891" sldId="265"/>
            <ac:spMk id="2" creationId="{ACDA35F3-434F-7B03-E5C4-E02857F79B1A}"/>
          </ac:spMkLst>
        </pc:spChg>
        <pc:spChg chg="add del mod">
          <ac:chgData name="Vaibhav Kumar" userId="7bfd00c82aba1b0a" providerId="LiveId" clId="{2F8969E9-B1F0-49FC-99B5-D37EFD467C9B}" dt="2026-06-18T11:13:04.200" v="533" actId="478"/>
          <ac:spMkLst>
            <pc:docMk/>
            <pc:sldMk cId="1054133891" sldId="265"/>
            <ac:spMk id="3" creationId="{F0EB4467-29B7-1BD4-9B7C-31725CB2D60B}"/>
          </ac:spMkLst>
        </pc:spChg>
        <pc:spChg chg="add mod">
          <ac:chgData name="Vaibhav Kumar" userId="7bfd00c82aba1b0a" providerId="LiveId" clId="{2F8969E9-B1F0-49FC-99B5-D37EFD467C9B}" dt="2026-06-18T11:14:09.738" v="562" actId="20577"/>
          <ac:spMkLst>
            <pc:docMk/>
            <pc:sldMk cId="1054133891" sldId="265"/>
            <ac:spMk id="4" creationId="{12B45DDA-67AF-4E27-6322-8381047DE53D}"/>
          </ac:spMkLst>
        </pc:spChg>
        <pc:spChg chg="add mod">
          <ac:chgData name="Vaibhav Kumar" userId="7bfd00c82aba1b0a" providerId="LiveId" clId="{2F8969E9-B1F0-49FC-99B5-D37EFD467C9B}" dt="2026-06-18T11:10:06.935" v="475" actId="113"/>
          <ac:spMkLst>
            <pc:docMk/>
            <pc:sldMk cId="1054133891" sldId="265"/>
            <ac:spMk id="5" creationId="{9323B900-7D50-D151-F871-D3272A00CCE4}"/>
          </ac:spMkLst>
        </pc:spChg>
      </pc:sldChg>
      <pc:sldChg chg="addSp modSp new mod">
        <pc:chgData name="Vaibhav Kumar" userId="7bfd00c82aba1b0a" providerId="LiveId" clId="{2F8969E9-B1F0-49FC-99B5-D37EFD467C9B}" dt="2026-06-18T11:11:54.893" v="507" actId="1076"/>
        <pc:sldMkLst>
          <pc:docMk/>
          <pc:sldMk cId="1499965267" sldId="266"/>
        </pc:sldMkLst>
        <pc:spChg chg="add mod">
          <ac:chgData name="Vaibhav Kumar" userId="7bfd00c82aba1b0a" providerId="LiveId" clId="{2F8969E9-B1F0-49FC-99B5-D37EFD467C9B}" dt="2026-06-18T11:11:54.893" v="507" actId="1076"/>
          <ac:spMkLst>
            <pc:docMk/>
            <pc:sldMk cId="1499965267" sldId="266"/>
            <ac:spMk id="2" creationId="{9639ECD2-47CD-59A4-CC2C-C3F4548C3497}"/>
          </ac:spMkLst>
        </pc:spChg>
        <pc:spChg chg="add mod">
          <ac:chgData name="Vaibhav Kumar" userId="7bfd00c82aba1b0a" providerId="LiveId" clId="{2F8969E9-B1F0-49FC-99B5-D37EFD467C9B}" dt="2026-06-18T10:48:56.328" v="223" actId="403"/>
          <ac:spMkLst>
            <pc:docMk/>
            <pc:sldMk cId="1499965267" sldId="266"/>
            <ac:spMk id="3" creationId="{565D4638-FBBF-9849-D4ED-75F786A09171}"/>
          </ac:spMkLst>
        </pc:spChg>
      </pc:sldChg>
      <pc:sldChg chg="addSp delSp modSp new mod">
        <pc:chgData name="Vaibhav Kumar" userId="7bfd00c82aba1b0a" providerId="LiveId" clId="{2F8969E9-B1F0-49FC-99B5-D37EFD467C9B}" dt="2026-06-18T11:11:35.494" v="506" actId="1076"/>
        <pc:sldMkLst>
          <pc:docMk/>
          <pc:sldMk cId="3370457704" sldId="267"/>
        </pc:sldMkLst>
        <pc:spChg chg="add mod">
          <ac:chgData name="Vaibhav Kumar" userId="7bfd00c82aba1b0a" providerId="LiveId" clId="{2F8969E9-B1F0-49FC-99B5-D37EFD467C9B}" dt="2026-06-18T11:11:35.494" v="506" actId="1076"/>
          <ac:spMkLst>
            <pc:docMk/>
            <pc:sldMk cId="3370457704" sldId="267"/>
            <ac:spMk id="6" creationId="{57AF2007-7920-3CAE-03C1-1B274B96CB1A}"/>
          </ac:spMkLst>
        </pc:spChg>
        <pc:picChg chg="add del mod">
          <ac:chgData name="Vaibhav Kumar" userId="7bfd00c82aba1b0a" providerId="LiveId" clId="{2F8969E9-B1F0-49FC-99B5-D37EFD467C9B}" dt="2026-06-18T11:03:00.853" v="411" actId="478"/>
          <ac:picMkLst>
            <pc:docMk/>
            <pc:sldMk cId="3370457704" sldId="267"/>
            <ac:picMk id="3" creationId="{65B82E0C-A9E9-A84C-1F95-4F6D966EF592}"/>
          </ac:picMkLst>
        </pc:picChg>
        <pc:picChg chg="add mod">
          <ac:chgData name="Vaibhav Kumar" userId="7bfd00c82aba1b0a" providerId="LiveId" clId="{2F8969E9-B1F0-49FC-99B5-D37EFD467C9B}" dt="2026-06-18T11:07:40.126" v="417" actId="1076"/>
          <ac:picMkLst>
            <pc:docMk/>
            <pc:sldMk cId="3370457704" sldId="267"/>
            <ac:picMk id="5" creationId="{3B7AC926-FD83-F371-B2E5-33CAE17CD5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DFA78-8914-40E2-BAD2-670770A54E83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AB684-D8A3-426A-AB4F-229FFBEC90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5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BFE7-3D55-491E-9928-75FF33BEFA06}" type="datetime1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6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057CB-93C1-4B18-81E3-352C5BE9570C}" type="datetime1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46A89-8884-4C38-9A40-A8741029AD3C}" type="datetime1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33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700D8-6759-44C3-BE76-0A548C6CB4DF}" type="datetime1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60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FA7D-4170-412A-9063-C8E16740CEB5}" type="datetime1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53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70A48-213A-474B-9D39-36AD197993C0}" type="datetime1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5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25B2-07C2-4604-9080-BE4F067EE02F}" type="datetime1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54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CC8022C-28CB-4702-9EEA-09925CF46FE8}" type="datetime1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750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11FF-0FA9-4AD0-8A53-F3735CB19BC7}" type="datetime1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81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46A4-FA92-423F-8EC1-03A20FCAAF60}" type="datetime1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34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34A85-56D8-48A2-9A42-EA7700D4AEE9}" type="datetime1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36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6D6C8A-E05A-4994-B84C-F24C8BB44C1B}" type="datetime1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91291DB-A013-4503-B394-8E4079D818B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1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B56BA7-89E3-0D4E-84DA-050886242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 for Digital Capability Building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Tata Steel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E6DEF-D982-0F79-656C-F62D9D0A7262}"/>
              </a:ext>
            </a:extLst>
          </p:cNvPr>
          <p:cNvSpPr txBox="1"/>
          <p:nvPr/>
        </p:nvSpPr>
        <p:spPr>
          <a:xfrm>
            <a:off x="3009654" y="4325112"/>
            <a:ext cx="6233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WEEK-2</a:t>
            </a: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 Case Design + Experience Thinking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E6176-3807-49FA-88E2-EC0E52D8CD89}"/>
              </a:ext>
            </a:extLst>
          </p:cNvPr>
          <p:cNvSpPr txBox="1"/>
          <p:nvPr/>
        </p:nvSpPr>
        <p:spPr>
          <a:xfrm>
            <a:off x="3891076" y="515354"/>
            <a:ext cx="4254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INTERNSHIP - 2026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A5C4C-E6FF-1E37-3DA5-978ED7A1FD34}"/>
              </a:ext>
            </a:extLst>
          </p:cNvPr>
          <p:cNvSpPr txBox="1"/>
          <p:nvPr/>
        </p:nvSpPr>
        <p:spPr>
          <a:xfrm>
            <a:off x="323520" y="5735637"/>
            <a:ext cx="303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Vaibhav Kumar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A4798-E574-B53C-74C6-5161D529F52F}"/>
              </a:ext>
            </a:extLst>
          </p:cNvPr>
          <p:cNvSpPr txBox="1"/>
          <p:nvPr/>
        </p:nvSpPr>
        <p:spPr>
          <a:xfrm>
            <a:off x="4807096" y="5273972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Abhinav Anish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FD3A7-CCEC-1D8B-6E16-AE41BD74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74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F44C3-A0FD-425D-DB36-7910B7B7B715}"/>
              </a:ext>
            </a:extLst>
          </p:cNvPr>
          <p:cNvSpPr txBox="1"/>
          <p:nvPr/>
        </p:nvSpPr>
        <p:spPr>
          <a:xfrm>
            <a:off x="629265" y="1267128"/>
            <a:ext cx="112579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 Steel employees across operations, maintenance, logistics, quality, and fabrication roles need continuous skill development to progress in their careers.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include: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Employees do not know which skills are required for their next role.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Training recommendations are generic rather than personalized.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Managers lack visibility into team skill gaps.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Learning content is scattered across manuals, SOPs, and training documents.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Employees spend significant time searching for information.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build an AI-powered Learning &amp; Development Assistant that provides personalized learning guidance, role progression support, and instant knowledge access.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43955-E020-B1F6-E41E-8C186BF58F5B}"/>
              </a:ext>
            </a:extLst>
          </p:cNvPr>
          <p:cNvSpPr txBox="1"/>
          <p:nvPr/>
        </p:nvSpPr>
        <p:spPr>
          <a:xfrm>
            <a:off x="4699207" y="176981"/>
            <a:ext cx="279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0903E-990F-4E90-1932-F6E37BCB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01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A9330-353D-C5AD-91AF-0BB747D09E33}"/>
              </a:ext>
            </a:extLst>
          </p:cNvPr>
          <p:cNvSpPr txBox="1"/>
          <p:nvPr/>
        </p:nvSpPr>
        <p:spPr>
          <a:xfrm>
            <a:off x="2064774" y="5309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A83265-D2C3-0F0A-4365-43FA9C742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844981"/>
              </p:ext>
            </p:extLst>
          </p:nvPr>
        </p:nvGraphicFramePr>
        <p:xfrm>
          <a:off x="983226" y="79805"/>
          <a:ext cx="10412362" cy="6279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6181">
                  <a:extLst>
                    <a:ext uri="{9D8B030D-6E8A-4147-A177-3AD203B41FA5}">
                      <a16:colId xmlns:a16="http://schemas.microsoft.com/office/drawing/2014/main" val="3261936580"/>
                    </a:ext>
                  </a:extLst>
                </a:gridCol>
                <a:gridCol w="5206181">
                  <a:extLst>
                    <a:ext uri="{9D8B030D-6E8A-4147-A177-3AD203B41FA5}">
                      <a16:colId xmlns:a16="http://schemas.microsoft.com/office/drawing/2014/main" val="928932915"/>
                    </a:ext>
                  </a:extLst>
                </a:gridCol>
              </a:tblGrid>
              <a:tr h="353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Problem / Pain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Our Solution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145690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Employees don't know career progression 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Career Coach</a:t>
                      </a: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showing current role → target role → readiness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59834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Employees don't know what skills they lack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 Gap Analysis Engine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comparing user skills with target role skills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569396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Generic training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Course Recommendation Engine</a:t>
                      </a: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based on missing skills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430637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content scattered across manuals and PDFs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Knowledge Assistant (RAG)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over SOPs, HR policies, safety manuals, NSDC role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266978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Employees spend time searching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Query Interface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("What is chemical spill procedure?")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02149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Managers lack visibility into team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Manager Dashboard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team completion, readiness and top skill gaps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4771151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Executives lack department-level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Executive Dashboard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department analytics and manager comparison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604593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L&amp;D team cannot identify organization-wide skill gaps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L&amp;D Analytics Dashboard</a:t>
                      </a: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showing top skill gaps, course adoption and readiness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417670"/>
                  </a:ext>
                </a:extLst>
              </a:tr>
              <a:tr h="617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not aligned with career goals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Learning Paths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mapped to Tata Steel job roles and NSQF levels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886879"/>
                  </a:ext>
                </a:extLst>
              </a:tr>
              <a:tr h="3530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Employees struggle to understand training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Support </a:t>
                      </a: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(If Possible)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16793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7C6CA-AE7B-77E8-AC5F-95A341FB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7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11528B-44F9-86CA-D0A0-C4EF78359631}"/>
              </a:ext>
            </a:extLst>
          </p:cNvPr>
          <p:cNvSpPr txBox="1"/>
          <p:nvPr/>
        </p:nvSpPr>
        <p:spPr>
          <a:xfrm>
            <a:off x="4277314" y="1889684"/>
            <a:ext cx="375230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Assistant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Coach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Recommender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Assistant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Navigator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much stronger than just saying: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Coach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Trainer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Assistant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B44CB-80BB-109B-E1FE-4010115CBF33}"/>
              </a:ext>
            </a:extLst>
          </p:cNvPr>
          <p:cNvSpPr txBox="1"/>
          <p:nvPr/>
        </p:nvSpPr>
        <p:spPr>
          <a:xfrm>
            <a:off x="959367" y="4297630"/>
            <a:ext cx="23157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L&amp;D Portal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Analytics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Effectiveness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Intelligence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Planning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D00F3-C060-1358-8607-3EB73A679F13}"/>
              </a:ext>
            </a:extLst>
          </p:cNvPr>
          <p:cNvSpPr txBox="1"/>
          <p:nvPr/>
        </p:nvSpPr>
        <p:spPr>
          <a:xfrm>
            <a:off x="9031807" y="879816"/>
            <a:ext cx="232012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Portal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Analytics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Comparison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Readiness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Trends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9AFEA-0600-75F3-A1D3-24F428B6693B}"/>
              </a:ext>
            </a:extLst>
          </p:cNvPr>
          <p:cNvSpPr txBox="1"/>
          <p:nvPr/>
        </p:nvSpPr>
        <p:spPr>
          <a:xfrm>
            <a:off x="9031807" y="4223858"/>
            <a:ext cx="29336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Portal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Dashboard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Monitoring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Readiness Tracking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Progress Monitoring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841516-17E2-BE3A-5875-43FEA3B24D08}"/>
              </a:ext>
            </a:extLst>
          </p:cNvPr>
          <p:cNvSpPr txBox="1"/>
          <p:nvPr/>
        </p:nvSpPr>
        <p:spPr>
          <a:xfrm>
            <a:off x="983476" y="1012521"/>
            <a:ext cx="28007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Portal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Progression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Recommendations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Assistant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Progress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F4B3A-1509-760A-8395-AD8B8045B86E}"/>
              </a:ext>
            </a:extLst>
          </p:cNvPr>
          <p:cNvSpPr txBox="1"/>
          <p:nvPr/>
        </p:nvSpPr>
        <p:spPr>
          <a:xfrm>
            <a:off x="4788975" y="228376"/>
            <a:ext cx="2614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F88B83-CEF5-3B4F-BE9C-96786EE0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7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7AC926-FD83-F371-B2E5-33CAE17CD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7" y="912666"/>
            <a:ext cx="11378045" cy="5689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F2007-7920-3CAE-03C1-1B274B96CB1A}"/>
              </a:ext>
            </a:extLst>
          </p:cNvPr>
          <p:cNvSpPr txBox="1"/>
          <p:nvPr/>
        </p:nvSpPr>
        <p:spPr>
          <a:xfrm>
            <a:off x="4887976" y="176646"/>
            <a:ext cx="2416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2340B6-B014-E767-F54D-FE4DF24F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45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6D0747-AF70-9BB0-70B3-616BC3FC4803}"/>
              </a:ext>
            </a:extLst>
          </p:cNvPr>
          <p:cNvSpPr txBox="1"/>
          <p:nvPr/>
        </p:nvSpPr>
        <p:spPr>
          <a:xfrm>
            <a:off x="888151" y="560439"/>
            <a:ext cx="44680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Persona: Shopfloor Employee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plant operations or maintenance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technical background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mobile device or kiosk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quick, simple answers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915B9-296A-FE43-CB86-0141418B96E5}"/>
              </a:ext>
            </a:extLst>
          </p:cNvPr>
          <p:cNvSpPr txBox="1"/>
          <p:nvPr/>
        </p:nvSpPr>
        <p:spPr>
          <a:xfrm>
            <a:off x="5275807" y="160329"/>
            <a:ext cx="1640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Persona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B6289-37BB-A096-020C-2BC557484389}"/>
              </a:ext>
            </a:extLst>
          </p:cNvPr>
          <p:cNvSpPr txBox="1"/>
          <p:nvPr/>
        </p:nvSpPr>
        <p:spPr>
          <a:xfrm>
            <a:off x="888151" y="2627162"/>
            <a:ext cx="420762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Doesn't know next career step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Unsure which courses to take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search large manuals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information spread across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1E04C-9FC2-C6CE-365E-B608071D3BDE}"/>
              </a:ext>
            </a:extLst>
          </p:cNvPr>
          <p:cNvSpPr txBox="1"/>
          <p:nvPr/>
        </p:nvSpPr>
        <p:spPr>
          <a:xfrm>
            <a:off x="888151" y="4693885"/>
            <a:ext cx="29455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required skills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to next role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 training courses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5FC0F4-3B2E-1E5B-C135-CC895A9BB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241" y="560439"/>
            <a:ext cx="5538353" cy="62377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86373-182C-3319-E951-3AA5BD18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065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9ECD2-47CD-59A4-CC2C-C3F4548C3497}"/>
              </a:ext>
            </a:extLst>
          </p:cNvPr>
          <p:cNvSpPr txBox="1"/>
          <p:nvPr/>
        </p:nvSpPr>
        <p:spPr>
          <a:xfrm>
            <a:off x="129932" y="1028343"/>
            <a:ext cx="11335154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1: Career Growth Employee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Prompt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 am currently a Cast House Junior Operator. What do I need to become a Cast House Senior Operator?“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Role: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Cast House Senior Operator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Role: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Cast House Junior Operator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Skills: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Related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Attitude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Concentration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Practice of Blast Furnace Stoves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Readiness Score: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score between 0-100 (based on experience + current skills)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Courses: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Cast House Operations, Industrial Communication Skills,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&amp; Root Cause Analysis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Learning Path: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recommended courses and gain proficiency in the identified skill gaps to improve readiness for promotion.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D4638-FBBF-9849-D4ED-75F786A09171}"/>
              </a:ext>
            </a:extLst>
          </p:cNvPr>
          <p:cNvSpPr txBox="1"/>
          <p:nvPr/>
        </p:nvSpPr>
        <p:spPr>
          <a:xfrm>
            <a:off x="3385727" y="345787"/>
            <a:ext cx="58356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Prompt and Expected Output for Persona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FB1AC-4904-C842-0448-6AE0A796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65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A16BF6-938C-C555-B93F-725E433E2C81}"/>
              </a:ext>
            </a:extLst>
          </p:cNvPr>
          <p:cNvSpPr txBox="1"/>
          <p:nvPr/>
        </p:nvSpPr>
        <p:spPr>
          <a:xfrm>
            <a:off x="0" y="900095"/>
            <a:ext cx="648225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Amit Singh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Fluid Management Operator – Rolling Mills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Years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Amit wants to respond to the oil spill safely, protect nearby workers,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operational risk, and follow the correct procedures.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immediate guidance during a potentially hazardous situation.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remember the exact emergency response procedure under pressure.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spend time searching through lengthy safety manuals.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accurate, step-by-step instructions to avoid safety violations.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quick access to emergency contacts and escalation procedures.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22C42-EB26-BE2D-81DF-AC3D6ED4F9AF}"/>
              </a:ext>
            </a:extLst>
          </p:cNvPr>
          <p:cNvSpPr txBox="1"/>
          <p:nvPr/>
        </p:nvSpPr>
        <p:spPr>
          <a:xfrm>
            <a:off x="3035690" y="140928"/>
            <a:ext cx="516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2: Shopfloor Worker Facing Oil Spill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AA290-BCA2-069E-2F4F-226BC4538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72" y="734174"/>
            <a:ext cx="5437674" cy="572561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9BD85-0BB3-1D71-807C-B17E8E6E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672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FEC1E7-B8E8-10F5-CB55-B761056546AF}"/>
              </a:ext>
            </a:extLst>
          </p:cNvPr>
          <p:cNvSpPr txBox="1"/>
          <p:nvPr/>
        </p:nvSpPr>
        <p:spPr>
          <a:xfrm>
            <a:off x="3178182" y="262660"/>
            <a:ext cx="58356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Prompt and Expected Output for Persona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DF37F-F884-B908-17E7-ECEFC990B14E}"/>
              </a:ext>
            </a:extLst>
          </p:cNvPr>
          <p:cNvSpPr txBox="1"/>
          <p:nvPr/>
        </p:nvSpPr>
        <p:spPr>
          <a:xfrm>
            <a:off x="782113" y="1066546"/>
            <a:ext cx="100971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Shopfloor Worker Facing Oil Spill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"There is a hydraulic oil spill near the rolling mill. What should I do immediately?“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Safety Actions: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nearby workers immediately.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 the emergency alarm.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 the affected area.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nearby equipment if it is safe to do so.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attempt cleanup alone.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the emergency response team.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the approved spill containment procedure.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the incident to the supervisor with location and severity details.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Contact: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1800-TATA-SOS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Documents: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Manual, Maintenance SOP, Fluid Management Operator Guidelines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82031-4127-E39D-21B8-E5564E59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717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A35F3-434F-7B03-E5C4-E02857F79B1A}"/>
              </a:ext>
            </a:extLst>
          </p:cNvPr>
          <p:cNvSpPr txBox="1"/>
          <p:nvPr/>
        </p:nvSpPr>
        <p:spPr>
          <a:xfrm>
            <a:off x="262477" y="474345"/>
            <a:ext cx="566304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Level: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Faster access to knowledge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Personalized learning recommendations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Clear career progression visibility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 Level: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Team skill-gap visibility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Improved training monitoring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Better workforce planning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L&amp;D Level: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Department-wide analytics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Skill-gap identification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Training effectiveness tracking</a:t>
            </a:r>
          </a:p>
          <a:p>
            <a:endParaRPr lang="en-GB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Reduced time spent searching for information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Increased training completion rates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Improved workforce readiness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Better alignment between training and role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45DDA-67AF-4E27-6322-8381047DE53D}"/>
              </a:ext>
            </a:extLst>
          </p:cNvPr>
          <p:cNvSpPr txBox="1"/>
          <p:nvPr/>
        </p:nvSpPr>
        <p:spPr>
          <a:xfrm>
            <a:off x="6373094" y="1305341"/>
            <a:ext cx="54760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Solution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combines: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AI Knowledge Assistant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Skill Gap Analysis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Personalized Learning Recommendations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Career Progression Guidance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L&amp;D Analytics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the above into a single platform designed specifically for Tata Steel employees.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usable by shopfloor workers without requiring technical knowledge.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3B900-7D50-D151-F871-D3272A00CCE4}"/>
              </a:ext>
            </a:extLst>
          </p:cNvPr>
          <p:cNvSpPr txBox="1"/>
          <p:nvPr/>
        </p:nvSpPr>
        <p:spPr>
          <a:xfrm>
            <a:off x="5362708" y="145472"/>
            <a:ext cx="11256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78D90-85EC-9977-2BE6-0CF121DC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133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71B868-E0CD-3E78-9E18-DA8F86D82943}"/>
              </a:ext>
            </a:extLst>
          </p:cNvPr>
          <p:cNvSpPr txBox="1"/>
          <p:nvPr/>
        </p:nvSpPr>
        <p:spPr>
          <a:xfrm>
            <a:off x="3458740" y="150054"/>
            <a:ext cx="546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Tech stack and data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C268B-5885-3A47-126C-4C3136045CA7}"/>
              </a:ext>
            </a:extLst>
          </p:cNvPr>
          <p:cNvSpPr txBox="1"/>
          <p:nvPr/>
        </p:nvSpPr>
        <p:spPr>
          <a:xfrm>
            <a:off x="254633" y="611719"/>
            <a:ext cx="79056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Required For AI agent: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Report			              - From Tata Portal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Report                    - From Tata Portal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NSDC PDFs (28 files)                  - For Details about Job roles and skillsets required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Manual PDF                       -Standard Manuals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Policy PDF                             - Simulated or From Portal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 Policy PDF                         - Simulated or From Portal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Manual PDF            - Simulated or From Portal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Onboarding PDF                           - Simulated or From Portal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Tata Courses CSV                         - Made using NSDSC or Pre existing datasets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 Sensor CSV                - Simulated or From Kaggle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KPI CSV                    - Simulated or From Kaggle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CSV                                    - Simulated or From Kaggle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D867A-DC41-69D6-A675-2E831D05E8BD}"/>
              </a:ext>
            </a:extLst>
          </p:cNvPr>
          <p:cNvSpPr txBox="1"/>
          <p:nvPr/>
        </p:nvSpPr>
        <p:spPr>
          <a:xfrm>
            <a:off x="8927690" y="2552962"/>
            <a:ext cx="27896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───────────────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55338-5F61-676C-8C06-B367A06EA33A}"/>
              </a:ext>
            </a:extLst>
          </p:cNvPr>
          <p:cNvSpPr txBox="1"/>
          <p:nvPr/>
        </p:nvSpPr>
        <p:spPr>
          <a:xfrm>
            <a:off x="3458739" y="4824571"/>
            <a:ext cx="2637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60D78-1366-97E8-A614-E3A75C82B680}"/>
              </a:ext>
            </a:extLst>
          </p:cNvPr>
          <p:cNvSpPr txBox="1"/>
          <p:nvPr/>
        </p:nvSpPr>
        <p:spPr>
          <a:xfrm>
            <a:off x="6729659" y="4513109"/>
            <a:ext cx="4356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Layer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 DB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(paraphrase-multilingual-MiniLM-L12-v2)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give user access to Hinglish conversations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78F59-AA22-AF1A-D046-8DFA53CF35B0}"/>
              </a:ext>
            </a:extLst>
          </p:cNvPr>
          <p:cNvSpPr txBox="1"/>
          <p:nvPr/>
        </p:nvSpPr>
        <p:spPr>
          <a:xfrm>
            <a:off x="449063" y="4790107"/>
            <a:ext cx="3009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Layer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dirty="0"/>
              <a:t>llama-3.1-8b-instant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876AB-CF9F-7C27-F52B-C46A2E541CAC}"/>
              </a:ext>
            </a:extLst>
          </p:cNvPr>
          <p:cNvSpPr txBox="1"/>
          <p:nvPr/>
        </p:nvSpPr>
        <p:spPr>
          <a:xfrm>
            <a:off x="8927690" y="705177"/>
            <a:ext cx="28793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and Auth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47DE2B-A5F3-D62D-E6B7-EAA8CB4F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291DB-A013-4503-B394-8E4079D818B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883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2113</TotalTime>
  <Words>1142</Words>
  <Application>Microsoft Office PowerPoint</Application>
  <PresentationFormat>Widescreen</PresentationFormat>
  <Paragraphs>202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Retrospect</vt:lpstr>
      <vt:lpstr>AI Agents for Digital Capability Building in Tata Steel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Kumar</dc:creator>
  <cp:lastModifiedBy>Vaibhav Kumar</cp:lastModifiedBy>
  <cp:revision>3</cp:revision>
  <dcterms:created xsi:type="dcterms:W3CDTF">2026-06-16T08:44:52Z</dcterms:created>
  <dcterms:modified xsi:type="dcterms:W3CDTF">2026-06-18T14:51:38Z</dcterms:modified>
</cp:coreProperties>
</file>